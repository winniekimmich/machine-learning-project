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12-Feb-2026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Predicting Vaccine Uptake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3 Classification Project</a:t>
            </a:r>
          </a:p>
          <a:p>
            <a:endParaRPr/>
          </a:p>
          <a:p>
            <a:r>
              <a:t>• Predicting H1N1 and Seasonal Flu Vaccination</a:t>
            </a:r>
          </a:p>
          <a:p>
            <a:r>
              <a:t>• Data-Driven Public Health Insights</a:t>
            </a:r>
          </a:p>
          <a:p>
            <a:r>
              <a:t>• End-to-End Predictive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The Challenge:</a:t>
            </a:r>
          </a:p>
          <a:p>
            <a:r>
              <a:t>• Identify groups less likely to get vaccinated</a:t>
            </a:r>
          </a:p>
          <a:p>
            <a:r>
              <a:t>• Improve outreach strategies</a:t>
            </a:r>
          </a:p>
          <a:p>
            <a:r>
              <a:t>• Allocate resources efficiently</a:t>
            </a:r>
          </a:p>
          <a:p>
            <a:endParaRPr/>
          </a:p>
          <a:p>
            <a:r>
              <a:t>Objective:</a:t>
            </a:r>
          </a:p>
          <a:p>
            <a:r>
              <a:t>Build a predictive model to estimate vaccination probability.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This Is a Classification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Target = Yes (1) or No (0)</a:t>
            </a:r>
          </a:p>
          <a:p>
            <a:r>
              <a:t>• We predict categories, not numeric values</a:t>
            </a:r>
          </a:p>
          <a:p>
            <a:r>
              <a:t>• Output is probability between 0 and 1</a:t>
            </a:r>
          </a:p>
          <a:p>
            <a:endParaRPr/>
          </a:p>
          <a:p>
            <a:r>
              <a:t>Binary Classification Task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~26,700 respondents</a:t>
            </a:r>
          </a:p>
          <a:p>
            <a:r>
              <a:t>• 36 features per respondent</a:t>
            </a:r>
          </a:p>
          <a:p>
            <a:r>
              <a:t>• 2 target variables</a:t>
            </a:r>
          </a:p>
          <a:p>
            <a:endParaRPr/>
          </a:p>
          <a:p>
            <a:r>
              <a:t>Feature types:</a:t>
            </a:r>
          </a:p>
          <a:p>
            <a:r>
              <a:t>• Demographics</a:t>
            </a:r>
          </a:p>
          <a:p>
            <a:r>
              <a:t>• Health behavior</a:t>
            </a:r>
          </a:p>
          <a:p>
            <a:r>
              <a:t>• Risk perception</a:t>
            </a:r>
          </a:p>
          <a:p>
            <a:r>
              <a:t>• Geographic info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understanding</a:t>
            </a:r>
          </a:p>
          <a:p>
            <a:r>
              <a:t>2. Cleaning &amp; preprocessing</a:t>
            </a:r>
          </a:p>
          <a:p>
            <a:r>
              <a:t>3. Train/validation split</a:t>
            </a:r>
          </a:p>
          <a:p>
            <a:r>
              <a:t>4. Baseline model</a:t>
            </a:r>
          </a:p>
          <a:p>
            <a:r>
              <a:t>5. Hyperparameter tuning</a:t>
            </a:r>
          </a:p>
          <a:p>
            <a:r>
              <a:t>6. Ensemble comparison</a:t>
            </a:r>
          </a:p>
          <a:p>
            <a:r>
              <a:t>7. Final model 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1. Logistic Regression (Baseline)</a:t>
            </a:r>
          </a:p>
          <a:p>
            <a:r>
              <a:t>   • Interpretable</a:t>
            </a:r>
          </a:p>
          <a:p>
            <a:r>
              <a:t>   • Fast</a:t>
            </a:r>
          </a:p>
          <a:p>
            <a:endParaRPr/>
          </a:p>
          <a:p>
            <a:r>
              <a:t>2. Tuned Logistic Regression</a:t>
            </a:r>
          </a:p>
          <a:p>
            <a:r>
              <a:t>   • Optimized performance</a:t>
            </a:r>
          </a:p>
          <a:p>
            <a:endParaRPr/>
          </a:p>
          <a:p>
            <a:r>
              <a:t>3. Random Forest (Ensemble)</a:t>
            </a:r>
          </a:p>
          <a:p>
            <a:r>
              <a:t>   • Captures nonlinear relationships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Due to class imbalance we used:</a:t>
            </a:r>
          </a:p>
          <a:p>
            <a:endParaRPr/>
          </a:p>
          <a:p>
            <a:r>
              <a:t>• ROC-AUC (ranking quality)</a:t>
            </a:r>
          </a:p>
          <a:p>
            <a:r>
              <a:t>• F1 Score (precision &amp; recall balance)</a:t>
            </a:r>
          </a:p>
          <a:p>
            <a:r>
              <a:t>• Accuracy (secondary metric)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Tuned model improved baseline performance</a:t>
            </a:r>
          </a:p>
          <a:p>
            <a:r>
              <a:t>• Random Forest captured complex patterns</a:t>
            </a:r>
          </a:p>
          <a:p>
            <a:r>
              <a:t>• Vaccination behavior is predictable</a:t>
            </a:r>
          </a:p>
          <a:p>
            <a:endParaRPr/>
          </a:p>
          <a:p>
            <a:r>
              <a:t>Strong signal found in behavioral &amp; demographic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predictors included:</a:t>
            </a:r>
          </a:p>
          <a:p>
            <a:r>
              <a:t>• Age group</a:t>
            </a:r>
          </a:p>
          <a:p>
            <a:r>
              <a:t>• Health worker status</a:t>
            </a:r>
          </a:p>
          <a:p>
            <a:r>
              <a:t>• Risk perception</a:t>
            </a:r>
          </a:p>
          <a:p>
            <a:r>
              <a:t>• Income &amp; education</a:t>
            </a:r>
          </a:p>
          <a:p>
            <a:r>
              <a:t>• Geographic region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Target younger &amp; lower-income groups</a:t>
            </a:r>
          </a:p>
          <a:p>
            <a:r>
              <a:t>2. Increase risk-awareness campaigns</a:t>
            </a:r>
          </a:p>
          <a:p>
            <a:r>
              <a:t>3. Tailor messaging by region</a:t>
            </a:r>
          </a:p>
          <a:p>
            <a:r>
              <a:t>4. Use probability scores for outreach prioritization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Survey-based self-reported data</a:t>
            </a:r>
          </a:p>
          <a:p>
            <a:r>
              <a:t>• No time-series information</a:t>
            </a:r>
          </a:p>
          <a:p>
            <a:r>
              <a:t>• Not causal, only predictive</a:t>
            </a:r>
          </a:p>
          <a:p>
            <a:r>
              <a:t>• Some missing data challenges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Deploy as decision-support tool</a:t>
            </a:r>
          </a:p>
          <a:p>
            <a:r>
              <a:t>2. Integrate into outreach platforms</a:t>
            </a:r>
          </a:p>
          <a:p>
            <a:r>
              <a:t>3. Track outcomes &amp; retrain periodically</a:t>
            </a:r>
          </a:p>
          <a:p>
            <a:r>
              <a:t>4. A/B test intervention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348</Words>
  <Application>Microsoft Office PowerPoint</Application>
  <PresentationFormat>On-screen Show (4:3)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Predicting Vaccine Uptake Using Machine Learning</vt:lpstr>
      <vt:lpstr>Business Problem</vt:lpstr>
      <vt:lpstr>Why This Is a Classification Problem</vt:lpstr>
      <vt:lpstr>Data Overview</vt:lpstr>
      <vt:lpstr>Modeling Approach</vt:lpstr>
      <vt:lpstr>Models Built</vt:lpstr>
      <vt:lpstr>Evaluation Metrics</vt:lpstr>
      <vt:lpstr>Key Results</vt:lpstr>
      <vt:lpstr>Key Insights</vt:lpstr>
      <vt:lpstr>Business Recommendations</vt:lpstr>
      <vt:lpstr>Limitations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Vaccine Uptake Using Machine Learning</dc:title>
  <dc:subject/>
  <dc:creator/>
  <cp:keywords/>
  <dc:description>generated using python-pptx</dc:description>
  <cp:lastModifiedBy>HP</cp:lastModifiedBy>
  <cp:revision>4</cp:revision>
  <dcterms:created xsi:type="dcterms:W3CDTF">2013-01-27T09:14:16Z</dcterms:created>
  <dcterms:modified xsi:type="dcterms:W3CDTF">2026-02-12T13:04:33Z</dcterms:modified>
  <cp:category/>
</cp:coreProperties>
</file>